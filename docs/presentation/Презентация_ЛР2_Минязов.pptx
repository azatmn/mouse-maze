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C2C2A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2C2C2A"/>
                </a:solidFill>
                <a:latin typeface="Calibri"/>
              </a:rPr>
              <a:t>Мышь нашла путь при разных γ (из 30)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Лабиринтов из 30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0.9</c:v>
                  </c:pt>
                  <c:pt idx="1">
                    <c:v>0.95</c:v>
                  </c:pt>
                  <c:pt idx="2">
                    <c:v>0.98</c:v>
                  </c:pt>
                  <c:pt idx="3">
                    <c:v>0.99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13.9</c:v>
                </c:pt>
                <c:pt idx="1">
                  <c:v>15</c:v>
                </c:pt>
                <c:pt idx="2">
                  <c:v>21.8</c:v>
                </c:pt>
                <c:pt idx="3">
                  <c:v>24.7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6B6A65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6B6A65"/>
                    </a:solidFill>
                    <a:latin typeface="Arial"/>
                  </a:rPr>
                  <a:t>γ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A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A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обучение с подкреплением на примере мыши в лабиринте. Мышь не видит карту, учится только по наградам от среды. Программа на Java, окно на JavaFX.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Награды из условия: сыр +Z, вода +x, ток −y. Добавлены плата за шаг (чтобы мышь торопилась) и штраф за удар о стену. Вода выпивается, иначе мышь бегала бы туда-обратно у воды бесконечно.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Q-таблица — числа на стрелках: для каждой клетки и направления — сколько очков в сумме мышь получит, если пойдёт туда. После каждого шага правится одно число. Ценность сыра с каждой попыткой уходит на шаг дальше от сыра, пока не дойдёт до старта. Случайные шаги нужны, чтобы находить обходные пути.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снимке включены стрелки. Мышь не видела карту, но выучила обход тока: прямой путь дороже на 50 очков, обход — всего несколько лишних шагов по −1.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Генератор: сначала все стены, обход в глубину пробивает проходы — лабиринт с единственным путём. Потом сносим часть стен, чтобы появились обходы: без выбора нечему учиться. Редактор меняет схему; после правки обучение начинается заново.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Награды заданы условием, подбирались только параметры обучения. Перебор: 720 + 216 наборов. Лучший набор проверен на 60 лабиринтах, не участвовавших в подборе: путь найден во всех 60, со старыми пробными значениями — в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ничего не знает об окне. Логика кнопок вынесена в контроллер, поэтому её можно проверить без открытия окна. Окно только передаёт нажатия и рисует.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Диаграммы в отчёте, раздел 3. Прецеденты — что делает пользователь и мышь. Деятельность — одна попытка мыши и клик в редакторе. Классы — модель и окно. Взаимодействие — кадр окна при обучении. Состояния — мышь в попытке и режимы обучения. Компоненты — пакеты модуля.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Живая демонстрация: Старт на малой скорости — видно случайные шаги. Затем «Обучить 500» — появляется зелёный путь и надпись «выучила маршрут». «Пройти выученный путь» — мышь идёт по зелёной линии без случайностей. Можно включить стрелки, поставить молнию в редакторе на путь и обучить заново — мышь найдёт новый обход.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Настройки, при которых мышь почти наверняка не выучит маршрут (бесплатные шаги при γ около 1), не запрещены, но окно предупреждает и применяет их только по второму нажатию. Причина — мышь не знает, какая дальняя вода уже выпита.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мышь учится на обратной связи, как требует условие; программа устойчива к неверному вводу; параметры подобраны замером, а не наугад.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 2 · ООП на языке Java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Мышь в лабиринте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 подкреплением: мышь без карты учится находить сыр, пить воду и обходить ток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А. Минязов, гр. 5130902/40202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преп. Д. С. Хасанов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СПбПУ, ИКНК · 2026</a:t>
            </a:r>
            <a:endParaRPr lang="en-US" sz="1600" dirty="0"/>
          </a:p>
        </p:txBody>
      </p:sp>
      <p:pic>
        <p:nvPicPr>
          <p:cNvPr id="6" name="Image 0" descr="/Users/azatminyazov/Workspace/university java/2 work/docs/screenshots/gui_2_trai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6585"/>
            <a:ext cx="5120640" cy="3384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1.11 «Мышь в лабиринте»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шаге мышь выбирает направление, а среда сообщает выигрыш или проигрыш.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этой обратной связи мышь не знает, какое действие лучше.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знает сумму выигрыша за попытку.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Лабиринт любого размера; размер и схему задаёт пользователь.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большая награда (+Z), попытка заканчивается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971800"/>
            <a:ext cx="640080" cy="64008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44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 поменьше (+x), выпивается до конца попытки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69080"/>
            <a:ext cx="640080" cy="6400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электротравма (−y), бьёт каждый раз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502920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166360"/>
            <a:ext cx="640080" cy="640080"/>
          </a:xfrm>
          <a:prstGeom prst="ellipse">
            <a:avLst/>
          </a:prstGeom>
          <a:solidFill>
            <a:srgbClr val="6B6A65"/>
          </a:solidFill>
          <a:ln w="12700">
            <a:solidFill>
              <a:srgbClr val="6B6A6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138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486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плата за каждый шаг: короткий путь выгоднее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6172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Удар о стену: −5, мышь остаётся на месте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учится мышь: Q-learning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шаг — четыре действия; попыток — сотни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— стрелка с наибольшим числом, иногда (ε) — наугад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96596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идёт в соседнюю клетку или бьётся о стену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Награда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 сообщает число: сыр, вода, ток, плата за шаг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96596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исправляет одно число — у стрелки, по которой прошла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850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Q[s][a] ← Q[s][a] + α · (r + γ · max Q[s′] − Q[s][a])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«Шаг хорош, если за него сразу дали награду или он привёл туда, откуда уже известен хороший путь»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0.2</a:t>
            </a:r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сила одного исправления   </a:t>
            </a:r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0.995</a:t>
            </a:r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доля ценности, сохраняемая за шаг   </a:t>
            </a:r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ε: 30% → 1%</a:t>
            </a:r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доля случайных шагов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мышь выучила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Стрелка в каждой клетке — направление с наибольшим числом Q</a:t>
            </a:r>
            <a:endParaRPr lang="en-US" sz="1600" dirty="0"/>
          </a:p>
        </p:txBody>
      </p:sp>
      <p:pic>
        <p:nvPicPr>
          <p:cNvPr id="4" name="Image 0" descr="/Users/azatminyazov/Workspace/university java/2 work/docs/screenshots/gui_3_ar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26511"/>
            <a:ext cx="6949440" cy="45936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63840" y="1737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попыток до выученного маршрута в лабиринте 12×9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−2500 → +81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за попытку: в начале и после обучения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863840" y="49377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5029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Зелёная линия — путь без случайных шагов. Кратчайший путь идёт через ток внизу; мышь выучила обход и заходит за водой.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Лабиринт: генерация и редактор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до 100×100, схему задаёт пользователь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 лабиринт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в глубину: к каждой клетке ровно один путь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Обходные пути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821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убирается заданный процент стен — мыши есть из чего выбирать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59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 и ток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251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случайные клетки, кроме старта и сыра; один seed — один лабиринт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102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681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границе — стена, в клетку — вода, ток, старт, сыр; большой лабиринт можно приближать</a:t>
            </a:r>
            <a:endParaRPr lang="en-US" sz="1400" dirty="0"/>
          </a:p>
        </p:txBody>
      </p:sp>
      <p:pic>
        <p:nvPicPr>
          <p:cNvPr id="20" name="Image 0" descr="/Users/azatminyazov/Workspace/university java/2 work/docs/screenshots/gui_4_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968285"/>
            <a:ext cx="6217920" cy="41101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Подбор параметров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 наборов на 30 лабиринтах; проверка — на 60 других до 30×30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64592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Проверочные лабиринты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pPr indent="0" marL="0">
              <a:buNone/>
            </a:pPr>
            <a:r>
              <a:rPr lang="en-US" sz="4800" b="1" dirty="0">
                <a:solidFill>
                  <a:srgbClr val="6B6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</a:t>
            </a:r>
            <a:pPr indent="0" marL="0">
              <a:buNone/>
            </a:pPr>
            <a:r>
              <a:rPr lang="en-US" sz="48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pPr indent="0" marL="0">
              <a:buNone/>
            </a:pPr>
            <a:r>
              <a:rPr lang="en-US" sz="2200" b="1" dirty="0">
                <a:solidFill>
                  <a:srgbClr val="6B6A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из 60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нашла путь: пробные значения → подобранные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9319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фактор — γ: при γ = 0.9 сыр за 70 шагов стоит для мыши 0.06 очка — меньше одного шага.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γ = 0.995 тот же сыр стоит около 70 очков, и его ценность доходит до старта.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α = 0.2, γ = 0.995, лимит 4000 шагов.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контроллер — окно; модель и логика кнопок не зависят от JavaFX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maze.model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Maze, MazeGenerator — лабиринт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— среда, награды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QTable, Mouse — Q-learning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— попытки, автостоп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maze.controller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TrainingController — кнопки, скорость, показ пути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MazeEditor — редактор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— масштаб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SettingsForm, MazeForm — проверка ввода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maze.view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MazeApp — главное окно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MazeCanvas — рисование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ScoreChart — график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FormDialog — окна параметров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Инкапсуляция: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стены и предметы меняются только методами Maze; Settings неизменяем и проверяет себя.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 и полиморфизм: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MazeApp → Application, MazeCanvas → Pane; sealed-типы результатов, обобщённый FormDialog&lt;T&gt;.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UML-диаграммы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видов диаграмм, построены в PlantUML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5" name="Image 0" descr="/Users/azatminyazov/Workspace/university java/2 work/docs/uml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602" y="1755648"/>
            <a:ext cx="2252796" cy="1645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Прецеденты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4592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8" name="Image 1" descr="/Users/azatminyazov/Workspace/university java/2 work/docs/uml/activity_attem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380" y="1755648"/>
            <a:ext cx="1075321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Деятельность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046720" y="164592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11" name="Image 2" descr="/Users/azatminyazov/Workspace/university java/2 work/docs/uml/class_mod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197" y="1755648"/>
            <a:ext cx="1471767" cy="1645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8388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411480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14" name="Image 3" descr="/Users/azatminyazov/Workspace/university java/2 work/docs/uml/sequence_st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909" y="4224528"/>
            <a:ext cx="1972182" cy="16459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5800" y="5925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297680" y="411480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17" name="Image 4" descr="/Users/azatminyazov/Workspace/university java/2 work/docs/uml/state_trai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5109" y="4224528"/>
            <a:ext cx="1899862" cy="16459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434840" y="5925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Состояния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8046720" y="411480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20" name="Image 5" descr="/Users/azatminyazov/Workspace/university java/2 work/docs/uml/compon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4635" y="4224528"/>
            <a:ext cx="1958890" cy="16459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183880" y="5925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попытка и показ выученного пути после «Обучить 500»</a:t>
            </a:r>
            <a:endParaRPr lang="en-US" sz="1600" dirty="0"/>
          </a:p>
        </p:txBody>
      </p:sp>
      <p:pic>
        <p:nvPicPr>
          <p:cNvPr id="4" name="Image 0" descr="/Users/azatminyazov/Workspace/university java/2 work/docs/screenshots/gui_1b_first_attem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5394960" cy="3566160"/>
          </a:xfrm>
          <a:prstGeom prst="rect">
            <a:avLst/>
          </a:prstGeom>
        </p:spPr>
      </p:pic>
      <p:pic>
        <p:nvPicPr>
          <p:cNvPr id="5" name="Image 1" descr="/Users/azatminyazov/Workspace/university java/2 work/docs/screenshots/gui_8_re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94960" cy="35661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69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ничего не знает: бродит, бьётся о стены; за 60 шагов −232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5669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Выучила за 112 попыток; показ пути: 29 шагов, +81, ток обойдён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от некорректного ввода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падает и объясняет ошибку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Пусто, буквы, 1e3, NaN, Infinity, цифры других алфавитов, огромные числа, управляющие символы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Смысл: сыр — самая большая награда, ток не награда, α в (0; 1], воды и тока не больше свободных клеток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ошибки сразу, поля подсвечены, окно не закрывается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Редактор: границу не стереть, на старт и сыр ничего не положить, «сыр недостижим» — предупреждение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«Обучить 100 000» на 100×100 — доли секунды: окно не зависает</a:t>
            </a:r>
            <a:endParaRPr lang="en-US" sz="1600" dirty="0"/>
          </a:p>
        </p:txBody>
      </p:sp>
      <p:pic>
        <p:nvPicPr>
          <p:cNvPr id="5" name="Image 0" descr="/Users/azatminyazov/Workspace/university java/2 work/docs/screenshots/gui_5_settings_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473" y="1645920"/>
            <a:ext cx="302537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190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19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мышь без карты учится по наградам и знает сумму выигрыша за попытку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163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Лабиринт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816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любого размера до 100×100, случайная генерация и редактор схемы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13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136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подобраны перебором: путь найден в 60 из 60 проверочных лабиринтов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010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 и UML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5010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контроллер — окно; шесть видов UML-диаграмм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Мышь в лабиринте — обучение с подкреплением</dc:title>
  <dc:subject>PptxGenJS Presentation</dc:subject>
  <dc:creator>А. А. Минязов</dc:creator>
  <cp:lastModifiedBy>А. А. Минязов</cp:lastModifiedBy>
  <cp:revision>1</cp:revision>
  <dcterms:created xsi:type="dcterms:W3CDTF">2026-10-01T08:21:10Z</dcterms:created>
  <dcterms:modified xsi:type="dcterms:W3CDTF">2026-10-01T08:21:10Z</dcterms:modified>
</cp:coreProperties>
</file>